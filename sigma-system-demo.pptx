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The Sigma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CCDDE8"/>
                </a:solidFill>
                <a:latin typeface="Calibri"/>
              </a:rPr>
              <a:t>Persistent, self-sufficient AI agent teams</a:t>
            </a:r>
          </a:p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CCDDE8"/>
                </a:solidFill>
                <a:latin typeface="Calibri"/>
              </a:rPr>
              <a:t>built on deterministic tool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5216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9AEBE"/>
                </a:solidFill>
                <a:latin typeface="Calibri"/>
              </a:rPr>
              <a:t>AI Guild · Engineering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PROBLEM · THE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Make the wrong choice impossible.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LLMs guess which of N tools to call. With 10 tools, this works.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With 100, accuracy collapses. The industry response is probabilistic — RAG over tool descriptions.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F6B8A"/>
                </a:solidFill>
                <a:latin typeface="Calibri"/>
              </a:rPr>
              <a:t>Sigma takes a different approach.</a:t>
            </a:r>
          </a:p>
          <a:p>
            <a:pPr algn="l">
              <a:lnSpc>
                <a:spcPct val="135000"/>
              </a:lnSpc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The agent starts with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one gateway tool.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 Each response tells it exactly which actions are valid right now.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42C4A"/>
                </a:solidFill>
                <a:latin typeface="Calibri"/>
              </a:rPr>
              <a:t>The server decides what's valid. </a:t>
            </a:r>
            <a:r>
              <a:rPr sz="1700" b="1" i="1">
                <a:solidFill>
                  <a:srgbClr val="142C4A"/>
                </a:solidFill>
                <a:latin typeface="Calibri"/>
              </a:rPr>
              <a:t>Not the LLM.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Applied recursively across the system: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A1A1A"/>
                </a:solidFill>
                <a:latin typeface="Consolas"/>
              </a:rPr>
              <a:t>hateoas-agent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framework  ·  3,354 LOC, 452 tests</a:t>
            </a:r>
          </a:p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A1A1A"/>
                </a:solidFill>
                <a:latin typeface="Consolas"/>
              </a:rPr>
              <a:t>sigma-mem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     persistent memory MCP  ·  2,672 LOC, 302 tests</a:t>
            </a:r>
          </a:p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A1A1A"/>
                </a:solidFill>
                <a:latin typeface="Consolas"/>
              </a:rPr>
              <a:t>sigma-verify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   cross-model verification MCP  ·  1,776 LOC, 300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PRINCIPLE, IN REAL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HATEOAS in 30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315200" cy="42976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70408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 = StateMachine("orders", gateway_name="lookup_order")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vm.action("approve_order",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from_states=["pending"],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to_state="approved")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vm.action("ship_order",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from_states=["approved"],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to_state="shipped")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vm.action("cancel_order",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from_states=["pending", "approved"],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to_state="cancelled")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Agent calls lookup_order → state="pending"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Server advertises: [approve_order, cancel_order]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Agent tries ship_order →  REJECTED.  state="pending" ≠ "approved".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508760"/>
            <a:ext cx="3520440" cy="4297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645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What the LLM sees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05740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Only the actions valid</a:t>
            </a:r>
          </a:p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for the current state.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Invalid actions are not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returned. The LLM has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nothing to hallucinate.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State changes →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action set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5A"/>
                </a:solidFill>
                <a:latin typeface="Consolas"/>
              </a:rPr>
              <a:t>github.com/coloradored13/hateoas-agent/blob/main/examples/orders_action_centric.py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ΣComm — compressed agent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A5A5A"/>
                </a:solidFill>
                <a:latin typeface="Calibri"/>
              </a:rPr>
              <a:t>PROSE  (35+ tokens)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86400" cy="18288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I reviewed the auth module and found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3 issues: JWT expiry not checked,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MD5 passwords, no rate limiting.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Session management and CORS look fine.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ΣComm  (~25 tokens)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257800" cy="18288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✓ auth-review: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jwt-expiry-unchecked(!),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pwd-md5&gt;bcrypt, no-rate-limit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|¬ session-mgmt, cors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|→ fix-jwt(small),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fix-hash(needs-migration) |#3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Format:  </a:t>
            </a:r>
            <a:r>
              <a:rPr sz="1400" b="1" i="0">
                <a:solidFill>
                  <a:srgbClr val="1A1A1A"/>
                </a:solidFill>
                <a:latin typeface="Consolas"/>
              </a:rPr>
              <a:t>[STATUS] BODY |¬ ruled-out |→ actions |#count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¬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 forces agents to declare what they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ruled out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— prevents assumption-based errors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→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 HATEOAS-style — each message declares what the sender can do next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#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 checksum — receiver verifies the right item count was decoded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REVIEW 6, 2026-03-07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Peer correction emerged from the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6B8A"/>
                </a:solidFill>
                <a:latin typeface="Consolas"/>
              </a:rPr>
              <a:t>tech-architect → product-strategist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2194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◌ dist/-not-empty: you noted "dist/ directory empty" but it has stale 0.1.0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wheel+tarball from pre-change build. .gitignore excludes from git tracking.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Needs rm -rf dist/ before fresh build. Minor correction to your prereq status.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|¬ not a new blocker, just a factual correction |→ update prereq note |#1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 i="0">
                <a:solidFill>
                  <a:srgbClr val="142C4A"/>
                </a:solidFill>
                <a:latin typeface="Calibri"/>
              </a:rPr>
              <a:t>What just happened: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One agent caught a peer's factual error, cited evidence, declared what it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wasn't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claiming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¬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), advertised the next action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→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), and checksummed the count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#1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Nobody coded peer-correction-with-anti-message. It </a:t>
            </a:r>
            <a:r>
              <a:rPr sz="1500" b="1" i="1">
                <a:solidFill>
                  <a:srgbClr val="1F6B8A"/>
                </a:solidFill>
                <a:latin typeface="Calibri"/>
              </a:rPr>
              <a:t>emerged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 from the protocol.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A sigma-review run: 38 numbered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6949440" cy="50292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675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6B8A"/>
                </a:solidFill>
                <a:latin typeface="Calibri"/>
              </a:rPr>
              <a:t>Steps 1–24 ·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08760"/>
            <a:ext cx="4023360" cy="50292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554480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6B470A"/>
                </a:solidFill>
                <a:latin typeface="Calibri"/>
              </a:rPr>
              <a:t>Steps 25–38 ·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PREFLIGHT  1–9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1945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memory · validate · roster · complexity · route · confirm · PREMISE-AUDIT · prompt-Q/H/C ·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468879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02A2A"/>
                </a:solidFill>
                <a:latin typeface="Calibri"/>
              </a:rPr>
              <a:t>Step 7a = HARD GATE. Lead answers premise tests from prompt ALONE.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SPAWN + R1  10–17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init · TeamCreate · verify · monitor · pre-accept · XVERIFY · wait · coherence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54679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02A2A"/>
                </a:solidFill>
                <a:latin typeface="Calibri"/>
              </a:rPr>
              <a:t>Step 17: zero-dissent mislabeled "strong convergence" — 7 reviews of herding before fix.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ADVERSARIAL  18–23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661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spawn DA(opus) · challenge · CIRCUIT BREAKER · validate CB · respond · validate 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840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02A2A"/>
                </a:solidFill>
                <a:latin typeface="Calibri"/>
              </a:rPr>
              <a:t>Step 22 killed a 3-hour session on 2026-04-16 — lead routed content between agents.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EXIT GATE 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251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BELIEF[rN]: P=posterior |→ action     P&gt;0.85 + DA PASS = exit · else loop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1947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OUTCOME CHAIN  25–38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plan-lock · PROMOTION · synthesis (separate agent) · wiki compilation · infra sync · archive · shutdown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Chain evaluator mechanically checks 19 items (A1–A19) before the review counts as complete.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STEPS 25–38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“The analysis is the OUTPUT.</a:t>
            </a:r>
          </a:p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Promotion, archive, synthesis</a:t>
            </a:r>
          </a:p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are the OUTCOME.”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846320"/>
            <a:ext cx="365760" cy="54864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1">
                <a:solidFill>
                  <a:srgbClr val="1F6B8A"/>
                </a:solidFill>
                <a:latin typeface="Calibri"/>
              </a:rPr>
              <a:t>Output without outcome is worthless.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CCDDE8"/>
                </a:solidFill>
                <a:latin typeface="Calibri"/>
              </a:rPr>
              <a:t>An experiment you can't recreate is garbage.</a:t>
            </a:r>
          </a:p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CCDDE8"/>
                </a:solidFill>
                <a:latin typeface="Calibri"/>
              </a:rPr>
              <a:t>A review whose learnings aren't persisted is a one-shot that never compounds.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99AEBE"/>
                </a:solidFill>
                <a:latin typeface="Calibri"/>
              </a:rPr>
              <a:t>— sigma-build/SKILL.md, line 105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OUTCOME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The 14 steps that make it compound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910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Promotion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60934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Agents classify findings: auto-promote vs user-approve. Approved → global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396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Archive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15798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Copied to shared/archive/ with metadata header. 59 files and counting.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65176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6883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Write plan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0662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The plan file is the LAST artifact written. Not the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3697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Synthesis (separate 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5526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Lead is FORBIDDEN from writing — provenance contamination.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4903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4903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8561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Wiki compilation (separate agent)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80390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Attribution per finding, conflicts flagged ⚠, never silent overwrites.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9767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9767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3342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Infrastructure sync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435254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Diff installed vs repo. 12 agent memories drifted undetected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4631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84631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88289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Final archive + chain evaluator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0118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19-item mechanical check before review counts as complete.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9495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39495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3153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Graceful shutdown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544982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shutdown_request to each agent. 5-min auto-timeout for stragglers.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F6B8A"/>
                </a:solidFill>
                <a:latin typeface="Calibri"/>
              </a:rPr>
              <a:t>Promotion + sync are the durable value. Skip them and agents start cold every session.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WHY EVERY STEP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Skipping a step is not efficiency. It is a failure.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Each step earned its slot in response to a documented failure: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gate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19456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herding went undetected for 7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convergence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60604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empty findings passed as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prompt 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01752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agents built the wrong 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2900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plan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4290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scope creep discovered at build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anti-contamination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4048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lead bias leaked into "independent"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51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promotion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25196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agent learnings lost · same mistakes repeated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sync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66344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12 agent memories drifted undetected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749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749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All phases in one conversation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07492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context degraded, DA never spawned, build shipped unchallenged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FFFFFF"/>
                </a:solidFill>
                <a:latin typeface="Calibri"/>
              </a:rPr>
              <a:t>Completeness IS the product.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This isn't a deck. It's operating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889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archived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agent-infrastructure/teams/sigma-review/shared/archive/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5448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1,054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7889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tests across 3 Python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1546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validated by CI on every commit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5257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agents on the active roster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62356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all markdown · zero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20624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531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257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lines in patterns.md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62356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grew from 142 (Review 6) → 531 (Review 59) · 3.7×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All numbers in this deck are validated against live code by validate-docs.sh in CI.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Output without outcome</a:t>
            </a:r>
          </a:p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is worthless.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CDDE8"/>
                </a:solidFill>
                <a:latin typeface="Calibri"/>
              </a:rPr>
              <a:t>24 steps to produce the analysis. 14 more to make it compound.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CDDE8"/>
                </a:solidFill>
                <a:latin typeface="Calibri"/>
              </a:rPr>
              <a:t>github.com/coloradored13/sigma-system-overview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6B8A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